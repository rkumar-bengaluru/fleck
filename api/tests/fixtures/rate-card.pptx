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Rate card FY2026 (USD per person per month)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Offshore (Bengaluru)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Onsite (US/UK)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Engagement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Senior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13,500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ML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QA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Northbeam Digital</dc:creator>
  <cp:keywords/>
  <dc:description>generated using python-pptx</dc:description>
  <cp:lastModifiedBy>Northbeam Digital</cp:lastModifiedBy>
  <cp:revision>1</cp:revision>
  <dcterms:created xsi:type="dcterms:W3CDTF">2026-04-01T00:00:00Z</dcterms:created>
  <dcterms:modified xsi:type="dcterms:W3CDTF">2026-04-01T00:00:00Z</dcterms:modified>
  <cp:category/>
</cp:coreProperties>
</file>